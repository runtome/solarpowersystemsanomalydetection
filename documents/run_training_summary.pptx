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Run Training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Solar Power Anomaly Detection pipeline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Model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 &amp; Target</a:t>
            </a:r>
          </a:p>
          <a:p>
            <a:pPr lvl="1"/>
            <a:r>
              <a:t>- features: irradiance_wm2, temperature_c (resampled 15 min)</a:t>
            </a:r>
          </a:p>
          <a:p>
            <a:pPr lvl="1"/>
            <a:r>
              <a:t>- target: generation_kw with MinMax scaling</a:t>
            </a:r>
          </a:p>
          <a:p>
            <a:pPr lvl="1"/>
            <a:r>
              <a:t>- Sequence config defaults: input=4, output=1 (1h in -&gt; 15 min out)</a:t>
            </a:r>
          </a:p>
          <a:p>
            <a:pPr/>
            <a:r>
              <a:t>DL models: LSTM, CNN-LSTM, Transformer (predict output_steps x n_features)</a:t>
            </a:r>
          </a:p>
          <a:p>
            <a:pPr lvl="1"/>
            <a:r>
              <a:t>Autoencoder reconstructs input window for anomaly detection</a:t>
            </a:r>
          </a:p>
          <a:p>
            <a:pPr/>
            <a:r>
              <a:t>ML models: Isolation Forest (contamination 2%) + Random Forest regressor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flow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config</a:t>
            </a:r>
          </a:p>
          <a:p>
            <a:pPr lvl="1"/>
            <a:r>
              <a:t>- epochs=100, batch=32, Adam lr=0.001, patience=15, ReduceLROnPlateau factor=0.5</a:t>
            </a:r>
          </a:p>
          <a:p>
            <a:pPr lvl="1"/>
            <a:r>
              <a:t>- Loss: MSE on flattened output_steps x n_features vector</a:t>
            </a:r>
          </a:p>
          <a:p>
            <a:pPr lvl="1"/>
            <a:r>
              <a:t>- Logs: train/val loss history JSON/CSV, saved checkpoints, plots per model</a:t>
            </a:r>
          </a:p>
          <a:p>
            <a:pPr/>
            <a:r>
              <a:t>Anomaly detection: reconstruction MAE or 3 sigma thresholding and ensemble votes</a:t>
            </a:r>
          </a:p>
          <a:p>
            <a:pPr lvl="1"/>
            <a:r>
              <a:t>Comparison outputs: run_config.json, model_comparison.csv, anomaly 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Variants to run</a:t>
            </a:r>
          </a:p>
          <a:p>
            <a:pPr lvl="1"/>
            <a:r>
              <a:t>1) default: --input-steps 4 --output-steps 1 (1h in -&gt; 15 min out)</a:t>
            </a:r>
          </a:p>
          <a:p>
            <a:pPr lvl="1"/>
            <a:r>
              <a:t>2) --input-steps 6 --output-steps 2 (1.5h in -&gt; 30 min out)</a:t>
            </a:r>
          </a:p>
          <a:p>
            <a:pPr lvl="1"/>
            <a:r>
              <a:t>3) --input-steps 8 --output-steps 3 (2h in -&gt; 45 min out)</a:t>
            </a:r>
          </a:p>
          <a:p>
            <a:pPr lvl="1"/>
            <a:r>
              <a:t>DL outputs grow with output_steps x n_features; data module adjusts splits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Recommendations</a:t>
            </a:r>
          </a:p>
          <a:p>
            <a:pPr lvl="1"/>
            <a:r>
              <a:t>- Review loss/anomaly plots for each sequence variant</a:t>
            </a:r>
          </a:p>
          <a:p>
            <a:pPr lvl="1"/>
            <a:r>
              <a:t>- Compare ML vs DL anomaly counts; use ensemble votes if &gt;=2 models</a:t>
            </a:r>
          </a:p>
          <a:p>
            <a:pPr lvl="1"/>
            <a:r>
              <a:t>- Tune lr/batch-size or expand features via config if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Raw data</a:t>
            </a:r>
          </a:p>
          <a:p>
            <a:r>
              <a:t>(datasets/site_1)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Preprocessing + scaling</a:t>
            </a:r>
          </a:p>
          <a:p>
            <a:r>
              <a:t>(MinMax, sequences)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Deep predictors</a:t>
            </a:r>
          </a:p>
          <a:p>
            <a:r>
              <a:t>LSTM / CNN-LSTM / Transformer</a:t>
            </a:r>
          </a:p>
          <a:p>
            <a:r>
              <a:t>out_steps x n_features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7432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LSTM Autoencoder</a:t>
            </a:r>
          </a:p>
          <a:p>
            <a:r>
              <a:t>(reconstruction)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7432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Outputs + Anomaly flags</a:t>
            </a:r>
          </a:p>
          <a:p>
            <a:r>
              <a:t>3 sigma + ensemble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1554480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1554480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554480"/>
            <a:ext cx="0" cy="11887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23360" y="2468880"/>
            <a:ext cx="1005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03120" y="2468880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 Summary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8412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Anomaly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Default predictor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CNN-LSTM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CNN preprocessing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Attention pooled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